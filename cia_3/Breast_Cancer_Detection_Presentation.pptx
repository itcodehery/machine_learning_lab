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Learning for Social Good</a:t>
            </a:r>
          </a:p>
          <a:p>
            <a:r>
              <a:t>Breast Cancer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Breast Cancer Diagnosis using Ensemble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Automated Breast Cancer Detection</a:t>
            </a:r>
          </a:p>
          <a:p>
            <a:r>
              <a:t>Early detection improves survival rates significantly.</a:t>
            </a:r>
          </a:p>
          <a:p>
            <a:r>
              <a:t>Manual analysis of biopsy images is time-consuming and prone to error.</a:t>
            </a:r>
          </a:p>
          <a:p>
            <a:r>
              <a:t>Solution: A reliable 'second opinion' tool for pathologists to classify breast mass cells as benign or malignant.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Dataset &amp;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Breast Cancer Wisconsin Diagnostic Data Set (UCI)</a:t>
            </a:r>
          </a:p>
          <a:p>
            <a:r>
              <a:t>Contains 30 real-valued features computed from cell nuclei (e.g., radius, texture, smoothness).</a:t>
            </a:r>
          </a:p>
          <a:p>
            <a:r>
              <a:t>Target variable: 'M' (Malignant) or 'B' (Benign).</a:t>
            </a:r>
          </a:p>
          <a:p>
            <a:r>
              <a:t>Reproducible setup: automated data fetching via script.</a:t>
            </a:r>
          </a:p>
        </p:txBody>
      </p:sp>
      <p:pic>
        <p:nvPicPr>
          <p:cNvPr id="4" name="Picture 3" descr="report3-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3657600" cy="15525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Ensemble Machine Learning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Maximizing recall with a multi-model approach:</a:t>
            </a:r>
          </a:p>
          <a:p>
            <a:r>
              <a:t>1. Random Forest (Bagging): handles variance and feature interactions.</a:t>
            </a:r>
          </a:p>
          <a:p>
            <a:r>
              <a:t>2. Gradient Boosting (Boosting): iteratively minimizes bias.</a:t>
            </a:r>
          </a:p>
          <a:p>
            <a:r>
              <a:t>3. Logistic Regression: robust baseline model.</a:t>
            </a:r>
          </a:p>
          <a:p>
            <a:r>
              <a:t>Voting Classifier (Soft Voting): Combines predicted probabilities for final decision.</a:t>
            </a:r>
          </a:p>
        </p:txBody>
      </p:sp>
      <p:pic>
        <p:nvPicPr>
          <p:cNvPr id="4" name="Picture 3" descr="report1-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86000"/>
            <a:ext cx="3657600" cy="734700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Preprocessing:</a:t>
            </a:r>
          </a:p>
          <a:p>
            <a:r>
              <a:t>Dropped non-predictive ID column and encoded diagnosis.</a:t>
            </a:r>
          </a:p>
          <a:p>
            <a:r>
              <a:t>Used train_test_split with stratify=y to maintain class ratios.</a:t>
            </a:r>
          </a:p>
          <a:p>
            <a:r>
              <a:t>Applied StandardScaler (critical for Logistic Regression &amp; distance metrics).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Importance of Recall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Focus: Minimizing False Negatives</a:t>
            </a:r>
          </a:p>
          <a:p>
            <a:r>
              <a:t>In a medical context, a false negative (missed cancer diagnosis) is catastrophic.</a:t>
            </a:r>
          </a:p>
          <a:p>
            <a:r>
              <a:t>Ensemble model specifically tuned/evaluated to maximize Recall for the malignant class.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Enhancing defensibility and interpretability:</a:t>
            </a:r>
          </a:p>
          <a:p>
            <a:r>
              <a:t>Implement k-fold cross-validation for stability testing.</a:t>
            </a:r>
          </a:p>
          <a:p>
            <a:r>
              <a:t>Hyperparameter tuning (e.g., Grid Search) for optimal performance.</a:t>
            </a:r>
          </a:p>
          <a:p>
            <a:r>
              <a:t>Integrate SHAP (SHapley Additive exPlanations) for feature interpretability.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